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Segoe UI Black"/>
              </a:defRPr>
            </a:pPr>
            <a:r>
              <a:t>ROBUST04 RETRIEVAL:</a:t>
            </a:r>
            <a:br/>
            <a:r>
              <a:t>ZERO-SHOT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  <a:latin typeface="Segoe UI Light"/>
              </a:defRPr>
            </a:pPr>
            <a:r>
              <a:t>Maximizing Score with Limited Labels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THE GOAL: ZERO-SHOT ROBUSTNESS</a:t>
            </a:r>
          </a:p>
        </p:txBody>
      </p:sp>
      <p:pic>
        <p:nvPicPr>
          <p:cNvPr id="5" name="Picture 4" descr="tmp4fn1jb9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Constraint: 50 Judged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not train?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Challenge: Only 50 labeled topics available.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Risk: Training complex models guarantees overfitting.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Strategy: ZERO-SHOT Assembly.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Use pre-trained components (Pyserini, BGE, MonoT5).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Optimize generic hyperparameters, not model weights.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METHODOLOGY: THREE RUNS</a:t>
            </a:r>
          </a:p>
        </p:txBody>
      </p:sp>
      <p:pic>
        <p:nvPicPr>
          <p:cNvPr id="5" name="Picture 4" descr="tmp4fn1jb9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Isolating Improvements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Run 1: Fusion Baseline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Combines BM25(RM3) + SPLADE + Dense(HyDE).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Run 2: Structural Validation (SDM)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Replaces BM25 with Sequential Dependence Model (SDM).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Run 3: Passage-Based Reranking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Rescores Run 1 documents using MonoT5-3B (MaxP windowing).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COMPONENT: LEARNED SPARSE (SPLADE)</a:t>
            </a:r>
          </a:p>
        </p:txBody>
      </p:sp>
      <p:pic>
        <p:nvPicPr>
          <p:cNvPr id="5" name="Picture 4" descr="tmp4fn1jb9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'Semantic Anchor'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Expands query with latent terms (e.g., 'car' -&gt; 'vehicle').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Efficiency: Uses inverted index (fast) but finds synonyms.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Role in runs: Provides high-recall candidates for all 3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COMPONENT: HYBRID DENSE (HYDE)</a:t>
            </a:r>
          </a:p>
        </p:txBody>
      </p:sp>
      <p:pic>
        <p:nvPicPr>
          <p:cNvPr id="5" name="Picture 4" descr="tmp4fn1jb9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Zero-Shot Semantic Matching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Hallucination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Problem: Generic dense models drift on specific domains.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Solution (HyDE):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LLM generates a 'fake' relevant document.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BGE model embeds the fake doc.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Retrieves real docs matching the semantic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HYDE IN ACTION</a:t>
            </a:r>
          </a:p>
        </p:txBody>
      </p:sp>
      <p:pic>
        <p:nvPicPr>
          <p:cNvPr id="5" name="Picture 4" descr="tmp4fn1jb9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Success vs. Drift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Success: 'Hubble Achievements'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'Hubble Telescope Achievements'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Hallucinated: '...supernova... exoplanets... dark energy...'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Dense model finds matches missing keywords.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754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Failure: 'Radio Waves Cancer'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Query: 'Radio Waves Brain Cancer'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Hallucinated: '...therapy to treat cancer...'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Drifts from 'Risk' to 'Cure'.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Fix: Fusion w/ RM3/SDM anchors this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RUN 2: STRUCTURAL VALIDATION (SDM)</a:t>
            </a:r>
          </a:p>
        </p:txBody>
      </p:sp>
      <p:pic>
        <p:nvPicPr>
          <p:cNvPr id="5" name="Picture 4" descr="tmp4fn1jb9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Statistical 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Beyond Keywords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Replaces standard BM25/RM3.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Logic: Terms appearing as PHRASES are more relevant.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Zero Parameters: Purely statistical (Markov Random Field).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Improvements in precision without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RUN 3: NEURAL RERANKING</a:t>
            </a:r>
          </a:p>
        </p:txBody>
      </p:sp>
      <p:pic>
        <p:nvPicPr>
          <p:cNvPr id="5" name="Picture 4" descr="tmp4fn1jb9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Passage-Level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Deep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Model: MonoT5-3B (Adapated via DuqGen).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Why DuqGen? learned corpus structure via synthetic queries (Zero-Shot).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Logic: All Run 1 docs are re-scored.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Documents split into passages.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MaxP: Doc score = Score of best passage.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ENGINEERING: HANDLING LONG DOCS</a:t>
            </a:r>
          </a:p>
        </p:txBody>
      </p:sp>
      <p:pic>
        <p:nvPicPr>
          <p:cNvPr id="5" name="Picture 4" descr="tmp4fn1jb9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MaxP Aggregation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Single GPU Constraint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Robust04 docs are long. T5 limit is 512 tokens.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Method: Sliding Windows.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Efficiency: We only score the top candidates from Run 1.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Allows using a 3B parameter model on one RTX 5090.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OPTIMIZATION &amp; TUNING</a:t>
            </a:r>
          </a:p>
        </p:txBody>
      </p:sp>
      <p:pic>
        <p:nvPicPr>
          <p:cNvPr id="5" name="Picture 4" descr="tmp4fn1jb9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Hyperparameters, not Weights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Refining the Assembly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HyDE Prompts: Tested templates ('Write a news article...' wins).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Weights: Grid search (0.4 SPLADE / 0.4 Dense / 0.2 Lexical).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Ablation: Confirmed Dense-Only fails (0.19 MAP) without Fusion (0.30 MAP).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FINAL RESULTS</a:t>
            </a:r>
          </a:p>
        </p:txBody>
      </p:sp>
      <p:pic>
        <p:nvPicPr>
          <p:cNvPr id="5" name="Picture 4" descr="tmp4fn1jb9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Performance by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MAP Scores (Judged)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Baseline (BM25 + RM3): 0.272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Run 1 (Fusion Baseline): 0.306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Run 2 (SDM Variant): 0.322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Run 3 (Neural Rerank): 0.378  &lt;-- FINAL SUBMISSION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Total Improvement: +39%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DISCUSSION &amp; TAKEAWAY</a:t>
            </a:r>
          </a:p>
        </p:txBody>
      </p:sp>
      <p:pic>
        <p:nvPicPr>
          <p:cNvPr id="5" name="Picture 4" descr="tmp4fn1jb9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Small Data requires assembly, not training.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Diversity Matters: Fusing Sparse + Dense &gt; Single Model.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Adaptation Matters: DuqGen (Synthetic) provided the domain knowledge needed for the 3B model to succeed.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The system is robust, efficient, and statistically safe.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gghdod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FFFFFF"/>
                </a:solidFill>
                <a:latin typeface="Segoe UI Black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
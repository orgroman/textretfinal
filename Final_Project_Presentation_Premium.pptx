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tnq1y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MAXIMIZING RETRIEVAL</a:t>
            </a:r>
            <a:br/>
            <a:r>
              <a:t>EFFECTIVENESS ON ROBUST04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Final Project - Part A | Text Retrieval &amp; Search Engines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tkgybu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CHALLENGE</a:t>
            </a:r>
          </a:p>
        </p:txBody>
      </p:sp>
      <p:pic>
        <p:nvPicPr>
          <p:cNvPr id="5" name="Picture 4" descr="tmpv9jr8o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is Robust04 difficult?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Dataset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 with highly variable difficulty.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Documents are extremely long (truncation risks).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Hard relevance judgments requiring high precision.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Baseline Goal: Beat BM25+RM3 (MAP 0.2719).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tkgybu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OUR ARCHITECTURE</a:t>
            </a:r>
          </a:p>
        </p:txBody>
      </p:sp>
      <p:pic>
        <p:nvPicPr>
          <p:cNvPr id="5" name="Picture 4" descr="tmpv9jr8o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 3-Stage Hybrid System</a:t>
            </a:r>
          </a:p>
        </p:txBody>
      </p:sp>
      <p:pic>
        <p:nvPicPr>
          <p:cNvPr id="7" name="Picture 6" descr="tmp5cgn1qh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7432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Stage 1</a:t>
            </a:r>
            <a:br/>
            <a:r>
              <a:t>Hybrid Retrieval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3474720"/>
            <a:ext cx="9144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mp5cgn1qh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43200"/>
            <a:ext cx="27432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64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Stage 2</a:t>
            </a:r>
            <a:br/>
            <a:r>
              <a:t>Weighted Fusion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3474720"/>
            <a:ext cx="9144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mpc3kdbhm_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560320"/>
            <a:ext cx="29260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0" y="3200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Stage 3</a:t>
            </a:r>
            <a:br/>
            <a:r>
              <a:t>Neural Reranking</a:t>
            </a:r>
            <a:br/>
            <a:r>
              <a:t>(MonoT5)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tkgybu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DENSE-HYDE HYBRID</a:t>
            </a:r>
          </a:p>
        </p:txBody>
      </p:sp>
      <p:pic>
        <p:nvPicPr>
          <p:cNvPr id="5" name="Picture 4" descr="tmpv9jr8o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the 'Hallucination vs Drift' Dilemma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864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HyDE generates fake document passages.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 Retrievers (BGE) love this semantic context.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Lexical Retrievers (BM25) get confused by fake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4864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Split the Query processing: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Lexical Models → See Original Query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 Models → See HyDE Passage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+12% improvement over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tkgybu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NEURAL RERANKING: MONOT5</a:t>
            </a:r>
          </a:p>
        </p:txBody>
      </p:sp>
      <p:pic>
        <p:nvPicPr>
          <p:cNvPr id="5" name="Picture 4" descr="tmpv9jr8o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Performance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Model: monot5-3b-robust04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Why it's critical: Standard transformers truncate text at 512 tokens. Robust04 docs are much longer.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Technique: MaxP Aggregation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Split document into sliding windows (passages).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Score every passage independently.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Document Score = MAX(Passage Scores).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Ensures 'hidden' relevance is found deep in the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tkgybu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RESULTS SUMMARY</a:t>
            </a:r>
          </a:p>
        </p:txBody>
      </p:sp>
      <p:pic>
        <p:nvPicPr>
          <p:cNvPr id="5" name="Picture 4" descr="tmpv9jr8o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Total Relative Improvement: +39%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1828800" cy="1828800"/>
          </a:xfrm>
          <a:prstGeom prst="rect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0.272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Baseline</a:t>
            </a:r>
          </a:p>
          <a:p>
            <a:r>
              <a:t>(BM25)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1828800" cy="2286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0.306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Fusion</a:t>
            </a:r>
          </a:p>
          <a:p>
            <a:r>
              <a:t>(Dense-HyDE)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43200"/>
            <a:ext cx="1828800" cy="3657600"/>
          </a:xfrm>
          <a:prstGeom prst="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0FFFF"/>
                </a:solidFill>
              </a:defRPr>
            </a:pPr>
            <a:r>
              <a:t>0.378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Final</a:t>
            </a:r>
          </a:p>
          <a:p>
            <a:r>
              <a:t>(MonoT5)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tkgybu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00FFFF"/>
                </a:solidFill>
                <a:latin typeface="Segoe UI Black"/>
              </a:defRPr>
            </a:pPr>
            <a:r>
              <a:t>FINAL MAP: 0.378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
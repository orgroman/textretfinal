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2uwcs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MAXIMIZING RETRIEVAL</a:t>
            </a:r>
            <a:br/>
            <a:r>
              <a:t>EFFECTIVENESS ON ROBUST04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Final Project - Part A | Text Retrieval &amp; Search Engines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CHALLENGE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is Robust04 difficult?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Dataset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 with highly variable difficulty.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Documents are extremely long (truncation risks).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Hard relevance judgments requiring high precision.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Baseline Goal: Beat BM25+RM3 (MAP 0.2719).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OUR ARCHITECTURE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 3-Stage Hybrid System</a:t>
            </a:r>
          </a:p>
        </p:txBody>
      </p:sp>
      <p:pic>
        <p:nvPicPr>
          <p:cNvPr id="7" name="Picture 6" descr="tmpbet8_qx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7432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1</a:t>
            </a:r>
            <a:br/>
            <a:r>
              <a:t>Hybrid Retrieval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mpbet8_qx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43200"/>
            <a:ext cx="27432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2</a:t>
            </a:r>
            <a:br/>
            <a:r>
              <a:t>Weighted Fusion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mpltuy7s9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560320"/>
            <a:ext cx="29260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0" y="3200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Stage 3</a:t>
            </a:r>
            <a:br/>
            <a:r>
              <a:t>Neural Reranking</a:t>
            </a:r>
            <a:br/>
            <a:r>
              <a:t>(MonoT5)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DENSE-HYDE HYBRID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the 'Hallucination vs Drift' Dilemma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HyDE generates fake document passages.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Retrievers (BGE) love this semantic context.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Retrievers (BM25) get confused by fake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Split the Query processing: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Models → See Original 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Models → See HyDE Passage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+12% improvement over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VALIDATION: SEQUENTIAL DEPENDENCE (SDM)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Structure Matters (Experiment)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Modeling Term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Standard Bag-of-Words (BM25) ignores phrase structure.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SDM (Markov Random Field) captures local dependencies.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Weights: Term (0.75), Ordered (0.10), Unordered (0.15).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Outcome: Validated stability (+0.001 MAP), but neural fusion (Run 3) proved superior without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NEURAL RERANKING: MONOT5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Performance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Model: monot5-3b-robust04 (3 Billion Parameters)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Technique: MaxP Aggregation (Max Passage)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Motivation: Robust04 docs are long; relevance is sparse.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Method: Score all sliding windows, take MAX score.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Theoretical Basis: Aligns with 'Birch' (Yilmaz et al., 2019) and 'PARADE-Max' (Li et al., 2020) findings.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+39% improvement over baseline.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RESULTS SUMMARY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Total Relative Improvement: +39%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1828800" cy="1828800"/>
          </a:xfrm>
          <a:prstGeom prst="rec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0.272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Baseline</a:t>
            </a:r>
          </a:p>
          <a:p>
            <a:r>
              <a:t>(BM25)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828800" cy="2286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0.306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Fusion</a:t>
            </a:r>
          </a:p>
          <a:p>
            <a:r>
              <a:t>(Dense-HyDE)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43200"/>
            <a:ext cx="1828800" cy="3657600"/>
          </a:xfrm>
          <a:prstGeom prst="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FFFF"/>
                </a:solidFill>
              </a:defRPr>
            </a:pPr>
            <a:r>
              <a:t>0.378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Final</a:t>
            </a:r>
          </a:p>
          <a:p>
            <a:r>
              <a:t>(MonoT5 MaxP)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KEY REFERENCES</a:t>
            </a:r>
          </a:p>
        </p:txBody>
      </p:sp>
      <p:pic>
        <p:nvPicPr>
          <p:cNvPr id="5" name="Picture 4" descr="tmpjfqvhj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Academic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1. Nogueira et al. (2020). Document Ranking with a Pretrained Sequence-to-Sequence Model. (MonoT5)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2. Yilmaz et al. (2019). Cross-Domain Modeling of Sentence-Level Evidence for Document Retrieval. (Birch / MaxP)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3. Li et al. (2020). PARADE: Passage Representation Aggregation for Document Reranking.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4. Gao et al. (2022). Precise Zero-Shot Dense Retrieval without Relevance Labels. (HyDE)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sp0emt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00FFFF"/>
                </a:solidFill>
                <a:latin typeface="Segoe UI Black"/>
              </a:defRPr>
            </a:pPr>
            <a:r>
              <a:t>FINAL MAP: 0.378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
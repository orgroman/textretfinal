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Maximizing Retrieval Effectiveness on Robust04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- Part A</a:t>
            </a:r>
          </a:p>
          <a:p>
            <a:r>
              <a:t>Text Retrieval and Search Engines</a:t>
            </a:r>
          </a:p>
          <a:p>
            <a:r>
              <a:t>Semester 1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 &amp;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Achieve highest MAP on TREC Robust04</a:t>
            </a:r>
          </a:p>
          <a:p>
            <a:pPr lvl="1"/>
            <a:r>
              <a:t>Dataset: 250 queries, long documents, hard relevance judgments.</a:t>
            </a:r>
          </a:p>
          <a:p>
            <a:pPr/>
            <a:r>
              <a:t>Baseline: BM25 + RM3 (tuned)</a:t>
            </a:r>
          </a:p>
          <a:p>
            <a:pPr lvl="1">
              <a:defRPr b="1"/>
            </a:pPr>
            <a:r>
              <a:t>Baseline MAP score: 0.2719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Pipeline: 3-Stage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1: Hybrid Candidate Retrieval</a:t>
            </a:r>
          </a:p>
          <a:p>
            <a:pPr lvl="1"/>
            <a:r>
              <a:t>Combining Sparse (BM25/Splade) &amp; Dense (BGE) signals</a:t>
            </a:r>
          </a:p>
          <a:p>
            <a:pPr/>
            <a:r>
              <a:t>Stage 2: Weighted Fusion</a:t>
            </a:r>
          </a:p>
          <a:p>
            <a:pPr lvl="1"/>
            <a:r>
              <a:t>Merging scores with min-max normalization</a:t>
            </a:r>
          </a:p>
          <a:p>
            <a:pPr>
              <a:defRPr>
                <a:solidFill>
                  <a:srgbClr val="0070C0"/>
                </a:solidFill>
              </a:defRPr>
            </a:pPr>
            <a:r>
              <a:t>Stage 3: Neural Passage Reranking (Top-1000)</a:t>
            </a:r>
          </a:p>
          <a:p>
            <a:pPr lvl="1"/>
            <a:r>
              <a:t>MonoT5-3B with MaxP aggregation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1: Dense-HyDE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HyDE helps Dense but confuses Lexical models</a:t>
            </a:r>
          </a:p>
          <a:p>
            <a:pPr>
              <a:defRPr b="1"/>
            </a:pPr>
            <a:r>
              <a:t>Solution: Split Query Strategy</a:t>
            </a:r>
          </a:p>
          <a:p>
            <a:pPr lvl="1"/>
            <a:r>
              <a:t>Traditional (RM3/Splade) → Uses Original Query</a:t>
            </a:r>
          </a:p>
          <a:p>
            <a:pPr lvl="1"/>
            <a:r>
              <a:t>Dense (BGE) → Uses HyDE Passage (Semantic Expansion)</a:t>
            </a:r>
          </a:p>
          <a:p>
            <a:pPr/>
            <a:r>
              <a:t>Result: MAP improved to ~0.306 (+12% over baseline)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2: MonoT5 Reranking (The Game Changer)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monot5-3b-robust04</a:t>
            </a:r>
          </a:p>
          <a:p>
            <a:pPr/>
            <a:r>
              <a:t>Challenge: Documents are too long (truncation loses info).</a:t>
            </a:r>
          </a:p>
          <a:p>
            <a:pPr>
              <a:defRPr b="1"/>
            </a:pPr>
            <a:r>
              <a:t>Technique: MaxP Aggregation</a:t>
            </a:r>
          </a:p>
          <a:p>
            <a:pPr lvl="1"/>
            <a:r>
              <a:t>Split doc into sliding windows (passages)</a:t>
            </a:r>
          </a:p>
          <a:p>
            <a:pPr lvl="1"/>
            <a:r>
              <a:t>Score all passages, take the MAX score as document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Significant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Evolution of MAP scores:</a:t>
            </a:r>
          </a:p>
          <a:p>
            <a:pPr/>
            <a:r>
              <a:t>1. Baseline (BM25+RM3): 0.272</a:t>
            </a:r>
          </a:p>
          <a:p>
            <a:pPr/>
            <a:r>
              <a:t>2. Hybrid Fusion: 0.300</a:t>
            </a:r>
          </a:p>
          <a:p>
            <a:pPr>
              <a:defRPr b="1" sz="2800">
                <a:solidFill>
                  <a:srgbClr val="0070C0"/>
                </a:solidFill>
              </a:defRPr>
            </a:pPr>
            <a:r>
              <a:t>3. MonoT5 Reranking (MaxP): 0.378</a:t>
            </a:r>
          </a:p>
          <a:p>
            <a:pPr lvl="1"/>
            <a:r>
              <a:t>Total relative improvement: +39%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Failed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didn't work:</a:t>
            </a:r>
          </a:p>
          <a:p>
            <a:pPr lvl="1"/>
            <a:r>
              <a:t>Neural PRF (Pseudo-Relevance Feedback): Caused query drift.</a:t>
            </a:r>
          </a:p>
          <a:p>
            <a:pPr lvl="1"/>
            <a:r>
              <a:t>Pure HyDE: Hallucinated terms hurt precision.</a:t>
            </a:r>
          </a:p>
          <a:p>
            <a:pPr/>
            <a:r>
              <a:t>Technical Hurdles:</a:t>
            </a:r>
          </a:p>
          <a:p>
            <a:pPr lvl="1"/>
            <a:r>
              <a:t>JVM vs PyTorch conflicts (Crashes).</a:t>
            </a:r>
          </a:p>
          <a:p>
            <a:pPr lvl="2"/>
            <a:r>
              <a:t>Solved by 'Split Pipeline': Decoupling Java retrieval from Python reranking.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3200"/>
            </a:pPr>
            <a:r>
              <a:t>Final Submission MAP: 0.378</a:t>
            </a:r>
          </a:p>
          <a:p>
            <a:pPr/>
            <a:r>
              <a:t>Key Takeaways:</a:t>
            </a:r>
          </a:p>
          <a:p>
            <a:pPr lvl="1"/>
            <a:r>
              <a:t>Fusion provides a solid base.</a:t>
            </a:r>
          </a:p>
          <a:p>
            <a:pPr lvl="1"/>
            <a:r>
              <a:t>Passage-level Neural Reranking is essential for long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
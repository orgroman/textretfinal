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f2f6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Maximizing Retrieval Effectiveness on Robust04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  <a:latin typeface="Segoe UI Light"/>
              </a:defRPr>
            </a:pPr>
            <a:r>
              <a:t>Final Project - Part A | Text Retrieval and Search Engines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Challenge &amp;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Goal: Achieve highest MAP on TREC Robust04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Dataset: 250 queries, long documents, hard relevance judgments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Baseline: BM25 + RM3 (tuned)</a:t>
            </a:r>
          </a:p>
          <a:p>
            <a:pPr>
              <a:spcAft>
                <a:spcPts val="1400"/>
              </a:spcAft>
              <a:defRPr sz="2400" b="1">
                <a:solidFill>
                  <a:srgbClr val="0078D7"/>
                </a:solidFill>
                <a:latin typeface="Segoe UI"/>
              </a:defRPr>
            </a:pPr>
            <a:r>
              <a:t>Baseline MAP score: 0.2719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Our Pipeline: 3-Stage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Stage 1: Hybrid Candidate Retrieval (Sparse + Dense)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Stage 2: Weighted Fusion (Min-Max Normalization)</a:t>
            </a:r>
          </a:p>
          <a:p>
            <a:pPr>
              <a:spcAft>
                <a:spcPts val="1400"/>
              </a:spcAft>
              <a:defRPr sz="2400" b="1">
                <a:solidFill>
                  <a:srgbClr val="0078D7"/>
                </a:solidFill>
                <a:latin typeface="Segoe UI"/>
              </a:defRPr>
            </a:pPr>
            <a:r>
              <a:t>Stage 3: Neural Passage Reranking (MonoT5-3B)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Method 1: Dense-HyDE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Problem: HyDE helps Dense but confuse Lexical models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Solution: Split Query Strategy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Traditional (RM3/SPLADE) → Original Query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Dense (BGE) → HyDE Passage (Semantic)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Result: MAP improved to ~0.306 (+12%)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Method 2: Neural Reranking (The Game Changer)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Model: monot5-3b-robust04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Challenge: Documents are too long for standard transformers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Technique: MaxP Aggregation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Split doc into sliding passages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Score all, take MAX score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Prevents 'truncation blindness'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Results: Significant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1. Baseline (BM25+RM3): 0.272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2. Hybrid Fusion: 0.300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3. MonoT5 Reranking (MaxP): 0.378</a:t>
            </a:r>
          </a:p>
          <a:p>
            <a:pPr>
              <a:spcAft>
                <a:spcPts val="1400"/>
              </a:spcAft>
              <a:defRPr sz="2400" b="1">
                <a:solidFill>
                  <a:srgbClr val="0078D7"/>
                </a:solidFill>
                <a:latin typeface="Segoe UI"/>
              </a:defRPr>
            </a:pPr>
            <a:r>
              <a:t>Total relative improvement: +39%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gxfzb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Challenges &amp; Failed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Neural PRF: Caused query drift (-10% MAP)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Pure HyDE: Hallucinations hurt precision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Technical: JVM (Pyserini) vs PyTorch crashes</a:t>
            </a:r>
          </a:p>
          <a:p>
            <a:pPr>
              <a:spcAft>
                <a:spcPts val="1400"/>
              </a:spcAft>
              <a:defRPr sz="2400">
                <a:solidFill>
                  <a:srgbClr val="282828"/>
                </a:solidFill>
                <a:latin typeface="Segoe UI"/>
              </a:defRPr>
            </a:pPr>
            <a:r>
              <a:t>• Solved by 'Split Pipeline'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f2f6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Final Submission MAP: 0.378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